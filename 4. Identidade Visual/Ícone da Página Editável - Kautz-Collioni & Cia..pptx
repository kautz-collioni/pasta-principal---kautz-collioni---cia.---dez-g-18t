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14"/>
    <a:srgbClr val="05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2" d="100"/>
          <a:sy n="12" d="100"/>
        </p:scale>
        <p:origin x="21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6593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36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>
                    <a:tint val="82000"/>
                  </a:schemeClr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82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4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0372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13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656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336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847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428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07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96CD-D600-40C7-A9F8-5E4A0D98D2EC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207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A96CD-D600-40C7-A9F8-5E4A0D98D2EC}" type="datetimeFigureOut">
              <a:rPr lang="pt-BR" smtClean="0"/>
              <a:t>04/10/2025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0A1E8-A9E9-4242-9BE8-7E26DEA36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076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F02DA23-BB22-8E0C-0EAB-7BADF1A261C6}"/>
              </a:ext>
            </a:extLst>
          </p:cNvPr>
          <p:cNvSpPr txBox="1"/>
          <p:nvPr/>
        </p:nvSpPr>
        <p:spPr>
          <a:xfrm>
            <a:off x="-1145871" y="24863303"/>
            <a:ext cx="37792718" cy="7720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2500"/>
              </a:lnSpc>
            </a:pPr>
            <a:r>
              <a:rPr lang="pt-BR" sz="220000" dirty="0">
                <a:solidFill>
                  <a:srgbClr val="000014"/>
                </a:solidFill>
                <a:latin typeface="Delight Bold" pitchFamily="50" charset="0"/>
              </a:rPr>
              <a:t>KC</a:t>
            </a:r>
          </a:p>
        </p:txBody>
      </p:sp>
    </p:spTree>
    <p:extLst>
      <p:ext uri="{BB962C8B-B14F-4D97-AF65-F5344CB8AC3E}">
        <p14:creationId xmlns:p14="http://schemas.microsoft.com/office/powerpoint/2010/main" val="3851300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1</Words>
  <Application>Microsoft Office PowerPoint</Application>
  <PresentationFormat>Personalizar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Delight Bold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contato.kautz@gmail.com</dc:creator>
  <cp:lastModifiedBy>contato.kautz@gmail.com</cp:lastModifiedBy>
  <cp:revision>3</cp:revision>
  <dcterms:created xsi:type="dcterms:W3CDTF">2025-09-01T00:48:49Z</dcterms:created>
  <dcterms:modified xsi:type="dcterms:W3CDTF">2025-10-04T14:57:37Z</dcterms:modified>
</cp:coreProperties>
</file>