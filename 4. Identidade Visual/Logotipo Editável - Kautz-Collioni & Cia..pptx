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33F"/>
    <a:srgbClr val="A4A5AD"/>
    <a:srgbClr val="000014"/>
    <a:srgbClr val="0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2" d="100"/>
          <a:sy n="12" d="100"/>
        </p:scale>
        <p:origin x="21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59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36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37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13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5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33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4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28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07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20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A96CD-D600-40C7-A9F8-5E4A0D98D2E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07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F02DA23-BB22-8E0C-0EAB-7BADF1A261C6}"/>
              </a:ext>
            </a:extLst>
          </p:cNvPr>
          <p:cNvSpPr txBox="1"/>
          <p:nvPr/>
        </p:nvSpPr>
        <p:spPr>
          <a:xfrm>
            <a:off x="3650908" y="13781182"/>
            <a:ext cx="28697921" cy="8437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2500"/>
              </a:lnSpc>
            </a:pPr>
            <a:r>
              <a:rPr lang="pt-BR" sz="32500" dirty="0">
                <a:solidFill>
                  <a:schemeClr val="bg1"/>
                </a:solidFill>
                <a:latin typeface="Delight Bold" pitchFamily="50" charset="0"/>
              </a:rPr>
              <a:t>Kautz-Collioni</a:t>
            </a:r>
          </a:p>
          <a:p>
            <a:pPr algn="ctr">
              <a:lnSpc>
                <a:spcPts val="32500"/>
              </a:lnSpc>
            </a:pPr>
            <a:r>
              <a:rPr lang="pt-BR" sz="32500" dirty="0">
                <a:solidFill>
                  <a:schemeClr val="bg1"/>
                </a:solidFill>
                <a:latin typeface="Campton Book" panose="020B0004020102020203" pitchFamily="34" charset="0"/>
              </a:rPr>
              <a:t>&amp;</a:t>
            </a:r>
            <a:r>
              <a:rPr lang="pt-BR" sz="32500" dirty="0">
                <a:solidFill>
                  <a:schemeClr val="bg1"/>
                </a:solidFill>
                <a:latin typeface="Delight Bold" pitchFamily="50" charset="0"/>
              </a:rPr>
              <a:t> Cia</a:t>
            </a:r>
            <a:r>
              <a:rPr lang="pt-BR" sz="32500" dirty="0">
                <a:solidFill>
                  <a:schemeClr val="bg1"/>
                </a:solidFill>
                <a:latin typeface="Campton Book" panose="020B0004020102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1300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4</Words>
  <Application>Microsoft Office PowerPoint</Application>
  <PresentationFormat>Personalizar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Campton Book</vt:lpstr>
      <vt:lpstr>Delight Bold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contato.kautz@gmail.com</dc:creator>
  <cp:lastModifiedBy>contato.kautz@gmail.com</cp:lastModifiedBy>
  <cp:revision>2</cp:revision>
  <dcterms:created xsi:type="dcterms:W3CDTF">2025-09-01T00:48:49Z</dcterms:created>
  <dcterms:modified xsi:type="dcterms:W3CDTF">2025-10-09T13:07:37Z</dcterms:modified>
</cp:coreProperties>
</file>